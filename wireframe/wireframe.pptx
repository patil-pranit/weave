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3311-E307-9E22-EC4A-5D15ED4BF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0247A-1278-A25F-EA0E-3647284E9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D8E79-E5EA-F6EB-40D4-CF23C69D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A461-F891-E17A-A18F-05982E4F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71778-7430-0680-1E0E-9960381E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6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7C7D-2A9A-F42A-4B31-E55E227F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216A1-02EB-990A-2BD4-28F0B484E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861B4-FB89-6511-A3E6-F93BD3B4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44119-7B0C-4D0D-B5F1-4D711C4D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D65F9-5E08-4AF3-24D5-2525EB22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6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DF62-CBB7-D92A-5A31-E8B2BCF4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184BB-46EA-7018-2AD5-5295A7E1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7F524-121F-DFAE-537A-288554B3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60B87-54CC-25C6-6745-A40548BA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5318-C40D-C5BE-690C-42C7B506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1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615C-389C-A451-9E7D-8D175D4A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E564E-FA43-DD8F-816A-01F8CEADC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357BD-1B89-BA52-F5C7-9117FF3B2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2D64B-A3CB-AAA4-A559-9063A51E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04699-CF19-8266-C693-CA2B4562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B744E-7E6E-AC37-E882-13C60908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1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B3E5-0A16-54E9-0814-D192A66B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AEE60-B733-732F-A93E-75C370D1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7B2B6-5B00-4F88-622C-7D2D2984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31E10-F517-1EFE-0BFC-28AB09DB6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8AE73-60E4-CC37-1EED-2A054C2E1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8AA95C-8E34-9D4B-9F56-10FD66D1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CF862-8E8A-2523-1C87-8FCDF0B8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A7C18-B74D-1812-EC3A-CD9479B3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7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138D-F874-1682-476F-36C7114B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5603D-8654-E337-5BAC-24C3B8B0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B7835-8D03-50B7-2CE1-D16E5D90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5C14D-8C8D-4BD6-4D64-C884B84C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5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B8588-EB72-95F4-DECC-71A56147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053C5E-9522-BC57-449A-B1591FB6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962EE-ED7E-8FD4-DFF4-F78F9C8B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2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9AEE-6B6E-699A-4130-A4D26145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5700-6617-7C1D-4579-93F0B124C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DAB6F-3D5F-8A02-22DE-32BD99E6F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C25C5-EFAF-FA0F-E514-7586741B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DBE2C-6ADB-D98E-3CE2-7369C0E8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032EB-6C62-59F7-8B76-5A45FBE4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5C4E-FB44-301C-3A13-F72D2154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113D2B-A05A-44E9-373D-F14D7D42D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CFB04-9DED-1B40-E447-72557A940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0B633-C2CD-E5EF-0F4C-12134936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24D7A-7682-D4F2-E329-821F61B0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85AA4-01D4-0A04-ECFA-F4C44A8E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2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13D5-CDAF-B222-0706-DBC0713E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0E896-1835-D87F-E52D-F1A30CED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F643E-4A8A-BAB4-D617-B08BED68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7CEB-5A2F-B118-863A-10055FDC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4675-C634-A2F9-0B92-DED5B3D3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4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F5805-0DA2-4442-AEC7-25B99E4CC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BC3BC-0335-CE45-E38B-371CD2DF1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47F66-4468-B45F-96DC-15C6E105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E9421-5419-D99E-B3B6-9C75B1D7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0083C-F390-EEF8-49F4-327B8238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6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C04A8-951A-3612-55A4-B5E4AD93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9329B-0976-CA5C-D8F7-7912ABEF6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7832B-11F4-609F-AA08-D66864AD4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D04DB-6822-448D-A8EC-06F543FB311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51AD-16B4-7309-762B-70E11611F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99A53-F586-693C-ABFC-852BBDA8B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A1807-F175-42F1-A392-BF7AB4E01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92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9C7F23-8825-96FA-622D-D2E498B6A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82" y="228048"/>
            <a:ext cx="10669837" cy="640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9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C9EECE-2794-B5FA-EE13-F335457CF091}"/>
              </a:ext>
            </a:extLst>
          </p:cNvPr>
          <p:cNvSpPr txBox="1"/>
          <p:nvPr/>
        </p:nvSpPr>
        <p:spPr>
          <a:xfrm>
            <a:off x="1677971" y="1074657"/>
            <a:ext cx="74636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 (Done ✅) → Visual Wireframe + Architecture Plan</a:t>
            </a:r>
          </a:p>
          <a:p>
            <a:r>
              <a:rPr lang="en-US" dirty="0"/>
              <a:t>Step 2 (Next)   → Backend: </a:t>
            </a:r>
            <a:r>
              <a:rPr lang="en-US" dirty="0" err="1"/>
              <a:t>FastAPI</a:t>
            </a:r>
            <a:r>
              <a:rPr lang="en-US" dirty="0"/>
              <a:t> setup + Data ingestion pipelines</a:t>
            </a:r>
          </a:p>
          <a:p>
            <a:r>
              <a:rPr lang="en-US" dirty="0"/>
              <a:t>Step 3          → Database schema design (PostgreSQL)</a:t>
            </a:r>
          </a:p>
          <a:p>
            <a:r>
              <a:rPr lang="en-US" dirty="0"/>
              <a:t>Step 4          → Portfolio scoring engine (Python/TA-Lib)</a:t>
            </a:r>
          </a:p>
          <a:p>
            <a:r>
              <a:rPr lang="en-US" dirty="0"/>
              <a:t>Step 5          → Frontend: React app with real components</a:t>
            </a:r>
          </a:p>
          <a:p>
            <a:r>
              <a:rPr lang="en-US" dirty="0"/>
              <a:t>Step 6          → Auth, user management (</a:t>
            </a:r>
            <a:r>
              <a:rPr lang="en-US" dirty="0" err="1"/>
              <a:t>Supabase</a:t>
            </a:r>
            <a:r>
              <a:rPr lang="en-US" dirty="0"/>
              <a:t>)</a:t>
            </a:r>
          </a:p>
          <a:p>
            <a:r>
              <a:rPr lang="en-US" dirty="0"/>
              <a:t>Step 7          → Deployment: Railway (backend) + </a:t>
            </a:r>
            <a:r>
              <a:rPr lang="en-US" dirty="0" err="1"/>
              <a:t>Vercel</a:t>
            </a:r>
            <a:r>
              <a:rPr lang="en-US" dirty="0"/>
              <a:t> (frontend)</a:t>
            </a:r>
          </a:p>
        </p:txBody>
      </p:sp>
    </p:spTree>
    <p:extLst>
      <p:ext uri="{BB962C8B-B14F-4D97-AF65-F5344CB8AC3E}">
        <p14:creationId xmlns:p14="http://schemas.microsoft.com/office/powerpoint/2010/main" val="104051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9894</TotalTime>
  <Words>80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Pranit P</dc:creator>
  <cp:lastModifiedBy>Pranit P</cp:lastModifiedBy>
  <cp:revision>5</cp:revision>
  <dcterms:created xsi:type="dcterms:W3CDTF">2026-03-07T18:18:00Z</dcterms:created>
  <dcterms:modified xsi:type="dcterms:W3CDTF">2026-03-14T15:12:45Z</dcterms:modified>
</cp:coreProperties>
</file>